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SecureVault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BEC8D7"/>
                </a:solidFill>
              </a:defRPr>
            </a:pPr>
            <a:r>
              <a:t>Employee Password &amp; Credential Management System</a:t>
            </a:r>
          </a:p>
          <a:p>
            <a:pPr algn="l">
              <a:defRPr sz="2000">
                <a:solidFill>
                  <a:srgbClr val="BEC8D7"/>
                </a:solidFill>
              </a:defRPr>
            </a:pPr>
            <a:r>
              <a:t>MERN Stack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Centralized platform for secure employee credential management.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Provides encrypted credential storage and controlled sharing.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Analyzes password health and records security-related activities.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Built using MongoDB, Express.js, React.js and Node.js.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Organizations manage credentials for many applications and services.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Employees may reuse passwords or store credentials insecurely.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SecureVault provides centralized credential management.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Combines encryption, access control, password analysis and audit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Weak and reused passwords increase security risks.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Credentials may be stored in insecure files, notes or messages.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Uncontrolled sharing can expose sensitive credentials.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Organizations need centralized access control and auditing.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Personal password managers and browser password storage.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Text files, spreadsheets and notes.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Credentials may be shared through email or messaging platforms.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Limitations: weak organizational control, limited auditing and insecure sharing.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Secure encrypted credential storage.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Controlled sharing between authorized employees.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Password health analysis for weak or reused passwords.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Role-based access control.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Audit logging for credential-related activities.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Securely store employee credentials.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Reduce weak-password and password-reuse practices.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Enable controlled credential sharing.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Analyze password security.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Maintain detailed audit logs.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Implement role-based access control using MERN.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Employee registration and authentication.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Credential creation, editing and deletion.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Password health analysis.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Credential sharing and role-based permissions.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Admin/user management and audit logs.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Future: MFA, breach checking, password generation and browser extension.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Password Manager Systems — centralized management can reduce insecure storage and reuse.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Password Strength Analysis — identifies weak authentication practices.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Role-Based Access Control — restricts resources according to user roles.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Encryption-Based Storage — protects sensitive data at rest.</a:t>
            </a:r>
          </a:p>
          <a:p>
            <a:pPr>
              <a:spcAft>
                <a:spcPts val="1400"/>
              </a:spcAft>
              <a:defRPr sz="2100">
                <a:solidFill>
                  <a:srgbClr val="DCE1EB"/>
                </a:solidFill>
              </a:defRPr>
            </a:pPr>
            <a:r>
              <a:t>• Security Audit Logging — improves monitoring and accountability.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